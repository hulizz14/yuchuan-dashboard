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禹川集团资产分析报告 数据分析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生成时间: 2026年02月28日 18:26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数据文件: 禹川集团数据示例.xlsx</a:t>
            </a:r>
          </a:p>
          <a:p>
            <a:pPr/>
            <a:r>
              <a:t>Sheet数量: 3</a:t>
            </a:r>
          </a:p>
          <a:p>
            <a:pPr/>
            <a:r>
              <a:t>• 天屿花城销售数据</a:t>
            </a:r>
          </a:p>
          <a:p>
            <a:pPr/>
            <a:r>
              <a:t>• 财富中心销售数据</a:t>
            </a:r>
          </a:p>
          <a:p>
            <a:pPr/>
            <a:r>
              <a:t>• 资产汇总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天屿花城销售数据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数据维度: 5 行 × 5 列</a:t>
            </a:r>
          </a:p>
          <a:p>
            <a:pPr/>
          </a:p>
          <a:p>
            <a:pPr/>
            <a:r>
              <a:t>关键指标:</a:t>
            </a:r>
          </a:p>
          <a:p>
            <a:pPr/>
            <a:r>
              <a:t>• 总户数: 平均 257.80, 总计 1289.00</a:t>
            </a:r>
          </a:p>
          <a:p>
            <a:pPr/>
            <a:r>
              <a:t>• 已售: 平均 127.40, 总计 637.00</a:t>
            </a:r>
          </a:p>
          <a:p>
            <a:pPr/>
            <a:r>
              <a:t>• 待售: 平均 128.40, 总计 642.00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财富中心销售数据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数据维度: 4 行 × 5 列</a:t>
            </a:r>
          </a:p>
          <a:p>
            <a:pPr/>
          </a:p>
          <a:p>
            <a:pPr/>
            <a:r>
              <a:t>关键指标:</a:t>
            </a:r>
          </a:p>
          <a:p>
            <a:pPr/>
            <a:r>
              <a:t>• 总户数: 平均 298.25, 总计 1193.00</a:t>
            </a:r>
          </a:p>
          <a:p>
            <a:pPr/>
            <a:r>
              <a:t>• 已售: 平均 133.50, 总计 534.00</a:t>
            </a:r>
          </a:p>
          <a:p>
            <a:pPr/>
            <a:r>
              <a:t>• 待售: 平均 148.75, 总计 595.00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资产汇总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数据维度: 3 行 × 5 列</a:t>
            </a:r>
          </a:p>
          <a:p>
            <a:pPr/>
          </a:p>
          <a:p>
            <a:pPr/>
            <a:r>
              <a:t>关键指标:</a:t>
            </a:r>
          </a:p>
          <a:p>
            <a:pPr/>
            <a:r>
              <a:t>• 总估值(亿): 平均 20.91, 总计 62.74</a:t>
            </a:r>
          </a:p>
          <a:p>
            <a:pPr/>
            <a:r>
              <a:t>• 已售(亿): 平均 8.71, 总计 26.14</a:t>
            </a:r>
          </a:p>
          <a:p>
            <a:pPr/>
            <a:r>
              <a:t>• 待售(亿): 平均 11.05, 总计 33.16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